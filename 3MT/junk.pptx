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4857B-CFE5-7A48-8DF4-31FBB02AE11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FC273-CFCF-4A4C-BA45-48FD63807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7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8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7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324B-50D0-71F1-9415-4E9A7E0AA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F13FF-3FB9-E3F4-0FA1-72FA233EC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3369A-EA8D-D507-0950-BD75EACD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D17F5-B2B2-656D-3897-689C3EF5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2173-68D4-19AE-1D4E-A9985D64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D481-9E63-D03C-2438-E1821C8E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D42B-AFAD-D3A6-A136-D36074A1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A8C9F-22D0-EB9A-5F95-AD000AC3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B493-DA48-0C48-23B3-46CB2F77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D29C2-9EC4-D687-067F-58DE2E43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6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480E-19C3-AAE8-4A4F-83531CA5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A982-C576-8BD8-3DAF-237F592B5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21462-0D7D-69DD-9ECD-39257D5E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51046-7AA7-24F4-DFDA-DC3086A0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CF807-338D-B480-CF87-58ED1C6B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5956-966C-7CAD-4D23-D9A2F472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60231-F7C6-FE6D-DDD8-B108D7611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DF0F7-82F1-02AA-C7AF-2CD2E929C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B5C38-667E-F3F9-32DE-5B86767F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961DC-C077-BBCB-5DA5-8C30DD6F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C9914-58FE-B491-DE1E-4211EAAA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6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93FB-F59D-EA9C-27CF-744B71B8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C66D6-9DA9-91D4-C974-C9B70EAE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95501-956A-3376-E15E-5854E8CF9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FD616-ADD4-2047-914A-2988E183C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7B5FF5-E354-7DBD-105A-66B8924DD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7B474-ED24-EA17-C8B7-67E977F8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73708-38D6-AC44-7B7C-9ED31A51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7E80B-F4CD-7EEB-6B5A-5BF14E6C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2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B7DD-AAD2-7AC1-C1E2-63577765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21A90-3532-7766-700A-D007F63C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682CD-5A24-B699-6EC1-59734713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75F0B-2D1E-161A-E0E1-84C48D9F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8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56DA1-EB7C-D148-6E44-29685A9E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6A89E-20D7-4DA7-0A10-AA3065B5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32CC3-860D-65D5-7D54-6A2A87F2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DAF2-3F70-730A-B6C4-1C0EA5B4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F369E-3FE2-8291-2D42-7472B0BFC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ABEB9-3FF3-142E-B8E0-1C218BC5B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F9628-D178-C5DE-D43B-8328A629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7E0E5-5E8B-BCBC-CB67-9920C78D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B1891-F680-7581-5E76-1BC33935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4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3110-EFF1-CF31-B50F-87C92CCC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49EF8-2C99-6B7D-2A83-46812D71B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FABAA-0A9E-1D4F-5D41-95F24EB32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E4F60-72FB-5AD3-8390-90DB5587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E2C3B-921D-AB41-D14F-7BA108FB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3C753-5A0C-C2F8-B51C-8B454496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13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600F-BD18-DA96-178B-962B003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BF555-D02C-F728-5A1B-805DD087A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2EF2-5A7E-E852-4094-4E7E2424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BEA92-F6BF-4B1E-A19A-B60766B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10E67-5438-8E4A-4E75-AD1B2A34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7CCEA-251C-0B6B-E2AF-47A1FC1B9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937A7-21E6-8555-B674-11558E291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32C34-84C1-6D1F-ACA9-10A6B982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4121C-010D-E1A2-69FE-51C47B0B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F18AF-BB26-195A-2F70-8B50211D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0DEB5-26AF-749C-47B8-444933EA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635F0-417F-2601-A8F4-4988E0FF9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4681C-F40B-90D4-B6FB-79F9F3F62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F01BB-E44C-D044-A104-BCB1E796B54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1566D-F1EB-8A86-7D06-241F8EC85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B14F8-8131-85BC-7063-A839D23C0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23DB2-DA1C-584F-AC77-33786EF3B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0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66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C936ED-AFF0-7314-02AC-EE5EC0800C03}"/>
              </a:ext>
            </a:extLst>
          </p:cNvPr>
          <p:cNvSpPr/>
          <p:nvPr/>
        </p:nvSpPr>
        <p:spPr>
          <a:xfrm rot="2791228">
            <a:off x="9687156" y="4570422"/>
            <a:ext cx="2292423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B26EA7-F74C-8B1E-F983-52C6D84FDA33}"/>
              </a:ext>
            </a:extLst>
          </p:cNvPr>
          <p:cNvSpPr/>
          <p:nvPr/>
        </p:nvSpPr>
        <p:spPr>
          <a:xfrm rot="18978761">
            <a:off x="8187296" y="2585889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1D2DCF-1829-37AF-10DD-ABF779429FD9}"/>
              </a:ext>
            </a:extLst>
          </p:cNvPr>
          <p:cNvSpPr/>
          <p:nvPr/>
        </p:nvSpPr>
        <p:spPr>
          <a:xfrm>
            <a:off x="8289173" y="4819250"/>
            <a:ext cx="2276759" cy="1029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34FA60-EC97-B882-2C6C-9AFCF6930863}"/>
              </a:ext>
            </a:extLst>
          </p:cNvPr>
          <p:cNvSpPr/>
          <p:nvPr/>
        </p:nvSpPr>
        <p:spPr>
          <a:xfrm rot="5400000">
            <a:off x="8248757" y="4865293"/>
            <a:ext cx="2272100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E033BB-F433-FACA-A9B3-FB2CDC5C20B7}"/>
              </a:ext>
            </a:extLst>
          </p:cNvPr>
          <p:cNvSpPr/>
          <p:nvPr/>
        </p:nvSpPr>
        <p:spPr>
          <a:xfrm rot="16200000">
            <a:off x="9691522" y="10226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DA2D8D-9E38-3F73-C9A4-5B187EA1F07C}"/>
              </a:ext>
            </a:extLst>
          </p:cNvPr>
          <p:cNvSpPr/>
          <p:nvPr/>
        </p:nvSpPr>
        <p:spPr>
          <a:xfrm rot="13575291">
            <a:off x="8211735" y="2585888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256FFD-5BE7-AEB0-C504-0C76D88EFA59}"/>
              </a:ext>
            </a:extLst>
          </p:cNvPr>
          <p:cNvSpPr/>
          <p:nvPr/>
        </p:nvSpPr>
        <p:spPr>
          <a:xfrm>
            <a:off x="8250807" y="2650292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70518CD-DD7D-08E6-8D55-0214A1E7C237}"/>
              </a:ext>
            </a:extLst>
          </p:cNvPr>
          <p:cNvSpPr/>
          <p:nvPr/>
        </p:nvSpPr>
        <p:spPr>
          <a:xfrm rot="16196530">
            <a:off x="8275246" y="2650291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CB6BB7-DA14-6F59-0138-BFE17820BFFB}"/>
              </a:ext>
            </a:extLst>
          </p:cNvPr>
          <p:cNvSpPr/>
          <p:nvPr/>
        </p:nvSpPr>
        <p:spPr>
          <a:xfrm rot="16200000">
            <a:off x="9691522" y="465808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92A7CB-7386-F46E-D83A-850E5D2E8883}"/>
              </a:ext>
            </a:extLst>
          </p:cNvPr>
          <p:cNvSpPr/>
          <p:nvPr/>
        </p:nvSpPr>
        <p:spPr>
          <a:xfrm>
            <a:off x="9532481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B4C0E1-BFE4-3462-53ED-420862671937}"/>
              </a:ext>
            </a:extLst>
          </p:cNvPr>
          <p:cNvSpPr/>
          <p:nvPr/>
        </p:nvSpPr>
        <p:spPr>
          <a:xfrm>
            <a:off x="9898135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CDF5B7-18CB-568D-0D3B-056F269D75A6}"/>
              </a:ext>
            </a:extLst>
          </p:cNvPr>
          <p:cNvSpPr/>
          <p:nvPr/>
        </p:nvSpPr>
        <p:spPr>
          <a:xfrm rot="18037583">
            <a:off x="9276086" y="1295291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368DEF-2CAF-2415-D8B9-DDBE008A5A2A}"/>
              </a:ext>
            </a:extLst>
          </p:cNvPr>
          <p:cNvSpPr/>
          <p:nvPr/>
        </p:nvSpPr>
        <p:spPr>
          <a:xfrm rot="13968713">
            <a:off x="9276087" y="410089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81E0CA-2891-5B42-E0E9-468E310C8978}"/>
              </a:ext>
            </a:extLst>
          </p:cNvPr>
          <p:cNvSpPr/>
          <p:nvPr/>
        </p:nvSpPr>
        <p:spPr>
          <a:xfrm>
            <a:off x="7070003" y="141281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41890C-5AAF-5402-AAEA-D77C155D83B5}"/>
              </a:ext>
            </a:extLst>
          </p:cNvPr>
          <p:cNvSpPr/>
          <p:nvPr/>
        </p:nvSpPr>
        <p:spPr>
          <a:xfrm rot="3605433">
            <a:off x="4673483" y="1860494"/>
            <a:ext cx="1156036" cy="214318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5BCB47-7A9A-C476-A90E-0C3CB94E0A10}"/>
              </a:ext>
            </a:extLst>
          </p:cNvPr>
          <p:cNvSpPr/>
          <p:nvPr/>
        </p:nvSpPr>
        <p:spPr>
          <a:xfrm rot="1039651">
            <a:off x="1342970" y="1410699"/>
            <a:ext cx="1156036" cy="22211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7F8FBE-38AE-6BFC-7B8C-3D546D9DC158}"/>
              </a:ext>
            </a:extLst>
          </p:cNvPr>
          <p:cNvSpPr/>
          <p:nvPr/>
        </p:nvSpPr>
        <p:spPr>
          <a:xfrm>
            <a:off x="7062204" y="52390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5A7E8D-95FB-05E9-B356-1E14A18283EE}"/>
              </a:ext>
            </a:extLst>
          </p:cNvPr>
          <p:cNvSpPr/>
          <p:nvPr/>
        </p:nvSpPr>
        <p:spPr>
          <a:xfrm rot="5400000">
            <a:off x="4158173" y="2008578"/>
            <a:ext cx="1156036" cy="2143186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EB6C20-D94A-28A4-4198-29FF78450ADD}"/>
              </a:ext>
            </a:extLst>
          </p:cNvPr>
          <p:cNvSpPr/>
          <p:nvPr/>
        </p:nvSpPr>
        <p:spPr>
          <a:xfrm rot="16200000">
            <a:off x="8543193" y="3374929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B4F50D-D5D7-C039-4239-A1A2B0B84A9F}"/>
              </a:ext>
            </a:extLst>
          </p:cNvPr>
          <p:cNvSpPr/>
          <p:nvPr/>
        </p:nvSpPr>
        <p:spPr>
          <a:xfrm rot="17917353">
            <a:off x="3735776" y="1860495"/>
            <a:ext cx="1156036" cy="214318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4044F1-074B-18FE-B5A8-87A55E2D6805}"/>
              </a:ext>
            </a:extLst>
          </p:cNvPr>
          <p:cNvSpPr/>
          <p:nvPr/>
        </p:nvSpPr>
        <p:spPr>
          <a:xfrm rot="10800000">
            <a:off x="7633296" y="611934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5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F10230D-2330-0335-49E8-078B6804EE16}"/>
              </a:ext>
            </a:extLst>
          </p:cNvPr>
          <p:cNvSpPr/>
          <p:nvPr/>
        </p:nvSpPr>
        <p:spPr>
          <a:xfrm rot="1523501">
            <a:off x="506449" y="2587964"/>
            <a:ext cx="2514133" cy="1450933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3F958C-2F5C-906F-5F3E-BFBA102E63C9}"/>
              </a:ext>
            </a:extLst>
          </p:cNvPr>
          <p:cNvSpPr/>
          <p:nvPr/>
        </p:nvSpPr>
        <p:spPr>
          <a:xfrm rot="8327992">
            <a:off x="1097515" y="1999711"/>
            <a:ext cx="1159091" cy="2017868"/>
          </a:xfrm>
          <a:prstGeom prst="ellips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1503D4-27EE-046E-FA5F-C942B60784E0}"/>
              </a:ext>
            </a:extLst>
          </p:cNvPr>
          <p:cNvSpPr/>
          <p:nvPr/>
        </p:nvSpPr>
        <p:spPr>
          <a:xfrm rot="19084968">
            <a:off x="1827715" y="2471998"/>
            <a:ext cx="1967514" cy="1188928"/>
          </a:xfrm>
          <a:prstGeom prst="ellipse">
            <a:avLst/>
          </a:prstGeom>
          <a:solidFill>
            <a:srgbClr val="00B0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8B2218-7E4B-41B6-CC85-191B9D6EA719}"/>
              </a:ext>
            </a:extLst>
          </p:cNvPr>
          <p:cNvSpPr/>
          <p:nvPr/>
        </p:nvSpPr>
        <p:spPr>
          <a:xfrm rot="20226049">
            <a:off x="1464881" y="2752841"/>
            <a:ext cx="2469083" cy="1267274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7DCD26-801B-B863-FE42-A399685BFF9C}"/>
              </a:ext>
            </a:extLst>
          </p:cNvPr>
          <p:cNvSpPr/>
          <p:nvPr/>
        </p:nvSpPr>
        <p:spPr>
          <a:xfrm rot="10800000">
            <a:off x="10471442" y="315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7B4CC-3DBE-527A-1DF4-B379956E433E}"/>
              </a:ext>
            </a:extLst>
          </p:cNvPr>
          <p:cNvSpPr/>
          <p:nvPr/>
        </p:nvSpPr>
        <p:spPr>
          <a:xfrm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8A4F2-0C80-A6AC-2EA8-80D3DABC7804}"/>
              </a:ext>
            </a:extLst>
          </p:cNvPr>
          <p:cNvSpPr/>
          <p:nvPr/>
        </p:nvSpPr>
        <p:spPr>
          <a:xfrm rot="5400000"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19E25-8C21-0E5E-D790-FFE41961287E}"/>
              </a:ext>
            </a:extLst>
          </p:cNvPr>
          <p:cNvSpPr>
            <a:spLocks/>
          </p:cNvSpPr>
          <p:nvPr/>
        </p:nvSpPr>
        <p:spPr>
          <a:xfrm rot="10800000">
            <a:off x="10456105" y="2085841"/>
            <a:ext cx="846386" cy="2159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4398A-2186-D1E3-8B76-A8A46EEFA909}"/>
              </a:ext>
            </a:extLst>
          </p:cNvPr>
          <p:cNvSpPr/>
          <p:nvPr/>
        </p:nvSpPr>
        <p:spPr>
          <a:xfrm>
            <a:off x="10471442" y="3423221"/>
            <a:ext cx="2160000" cy="810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CCE836-0B41-BD56-49EA-3195D9F70779}"/>
              </a:ext>
            </a:extLst>
          </p:cNvPr>
          <p:cNvSpPr/>
          <p:nvPr/>
        </p:nvSpPr>
        <p:spPr>
          <a:xfrm>
            <a:off x="6565726" y="5058462"/>
            <a:ext cx="1222440" cy="713015"/>
          </a:xfrm>
          <a:prstGeom prst="rect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97CA45-FB57-9382-DFEC-9A121C85C6EE}"/>
              </a:ext>
            </a:extLst>
          </p:cNvPr>
          <p:cNvSpPr/>
          <p:nvPr/>
        </p:nvSpPr>
        <p:spPr>
          <a:xfrm rot="5400000">
            <a:off x="3223174" y="523800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DF9E8-44FB-E2B7-E51D-E45B44C199D8}"/>
              </a:ext>
            </a:extLst>
          </p:cNvPr>
          <p:cNvSpPr/>
          <p:nvPr/>
        </p:nvSpPr>
        <p:spPr>
          <a:xfrm rot="10800000">
            <a:off x="4164202" y="3307782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EFDB76-84A4-B0C2-45A6-AA141024F650}"/>
              </a:ext>
            </a:extLst>
          </p:cNvPr>
          <p:cNvSpPr/>
          <p:nvPr/>
        </p:nvSpPr>
        <p:spPr>
          <a:xfrm rot="10800000">
            <a:off x="9097646" y="423365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5EE6D7-8C5D-CF9D-7129-8CC55F2A105A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>
            <a:off x="5244202" y="4387782"/>
            <a:ext cx="3853444" cy="385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2B3D0F-E8AD-40A3-E719-2310FE05C66A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5244202" y="3876480"/>
            <a:ext cx="520484" cy="51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 descr="A blue line on a black background&#10;&#10;Description automatically generated">
            <a:extLst>
              <a:ext uri="{FF2B5EF4-FFF2-40B4-BE49-F238E27FC236}">
                <a16:creationId xmlns:a16="http://schemas.microsoft.com/office/drawing/2014/main" id="{1D7E4F54-E399-6EE9-1FD6-4AB3BDB4F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806292">
            <a:off x="6781580" y="3678661"/>
            <a:ext cx="2540954" cy="2526266"/>
          </a:xfrm>
          <a:prstGeom prst="rect">
            <a:avLst/>
          </a:prstGeom>
        </p:spPr>
      </p:pic>
      <p:pic>
        <p:nvPicPr>
          <p:cNvPr id="96" name="Picture 95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01EB7BD2-3A82-DA57-47A5-F6D1D3926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73686">
            <a:off x="5818630" y="729362"/>
            <a:ext cx="2456028" cy="2456028"/>
          </a:xfrm>
          <a:prstGeom prst="rect">
            <a:avLst/>
          </a:prstGeom>
        </p:spPr>
      </p:pic>
      <p:sp>
        <p:nvSpPr>
          <p:cNvPr id="101" name="Oval 100">
            <a:extLst>
              <a:ext uri="{FF2B5EF4-FFF2-40B4-BE49-F238E27FC236}">
                <a16:creationId xmlns:a16="http://schemas.microsoft.com/office/drawing/2014/main" id="{2930D422-7A50-B9F3-BA85-3FD382C04307}"/>
              </a:ext>
            </a:extLst>
          </p:cNvPr>
          <p:cNvSpPr/>
          <p:nvPr/>
        </p:nvSpPr>
        <p:spPr>
          <a:xfrm rot="17948943">
            <a:off x="2292930" y="443704"/>
            <a:ext cx="1470097" cy="15966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2BA781F-7133-E82C-419D-487907E91007}"/>
              </a:ext>
            </a:extLst>
          </p:cNvPr>
          <p:cNvSpPr/>
          <p:nvPr/>
        </p:nvSpPr>
        <p:spPr>
          <a:xfrm rot="10800000" flipV="1">
            <a:off x="1905120" y="3876480"/>
            <a:ext cx="330080" cy="26379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4DAA6E-34D1-4D5C-300A-61461A15E6B5}"/>
              </a:ext>
            </a:extLst>
          </p:cNvPr>
          <p:cNvSpPr/>
          <p:nvPr/>
        </p:nvSpPr>
        <p:spPr>
          <a:xfrm rot="14968034" flipV="1">
            <a:off x="1687380" y="639997"/>
            <a:ext cx="1407176" cy="143064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9017FE4-D8E6-BC6B-74B3-D3E96075D949}"/>
              </a:ext>
            </a:extLst>
          </p:cNvPr>
          <p:cNvSpPr/>
          <p:nvPr/>
        </p:nvSpPr>
        <p:spPr>
          <a:xfrm rot="10800000" flipV="1">
            <a:off x="2138294" y="5771477"/>
            <a:ext cx="791030" cy="919825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9033C14-C275-18A2-0A04-26E4C067F38D}"/>
              </a:ext>
            </a:extLst>
          </p:cNvPr>
          <p:cNvSpPr/>
          <p:nvPr/>
        </p:nvSpPr>
        <p:spPr>
          <a:xfrm rot="10800000">
            <a:off x="1575040" y="5059713"/>
            <a:ext cx="330080" cy="553993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8ADBA6-0CEF-1E41-E7BD-14185B257E59}"/>
              </a:ext>
            </a:extLst>
          </p:cNvPr>
          <p:cNvSpPr/>
          <p:nvPr/>
        </p:nvSpPr>
        <p:spPr>
          <a:xfrm rot="1200000">
            <a:off x="1771276" y="3993466"/>
            <a:ext cx="2880000" cy="186286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1931EC-21B7-5129-D41D-99DA75A11591}"/>
              </a:ext>
            </a:extLst>
          </p:cNvPr>
          <p:cNvSpPr/>
          <p:nvPr/>
        </p:nvSpPr>
        <p:spPr>
          <a:xfrm rot="-1200000">
            <a:off x="2577113" y="4019031"/>
            <a:ext cx="3036170" cy="1900708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B94FA-6CA5-0EDD-95A4-CB3D34D1483A}"/>
              </a:ext>
            </a:extLst>
          </p:cNvPr>
          <p:cNvSpPr/>
          <p:nvPr/>
        </p:nvSpPr>
        <p:spPr>
          <a:xfrm rot="600000">
            <a:off x="7127776" y="469997"/>
            <a:ext cx="2880000" cy="1800000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F969FC-0661-961E-4001-EFAB720D8487}"/>
              </a:ext>
            </a:extLst>
          </p:cNvPr>
          <p:cNvSpPr/>
          <p:nvPr/>
        </p:nvSpPr>
        <p:spPr>
          <a:xfrm rot="-600000">
            <a:off x="8114908" y="492353"/>
            <a:ext cx="2880000" cy="1800000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983B34-BDF9-C83E-F112-2BCB74265C3F}"/>
              </a:ext>
            </a:extLst>
          </p:cNvPr>
          <p:cNvSpPr/>
          <p:nvPr/>
        </p:nvSpPr>
        <p:spPr>
          <a:xfrm rot="-1200000">
            <a:off x="1880972" y="3032217"/>
            <a:ext cx="2660610" cy="218152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9A09E1-5FE5-819F-503B-1BA4E7D78FC7}"/>
              </a:ext>
            </a:extLst>
          </p:cNvPr>
          <p:cNvSpPr/>
          <p:nvPr/>
        </p:nvSpPr>
        <p:spPr>
          <a:xfrm rot="1200000">
            <a:off x="2632012" y="3060185"/>
            <a:ext cx="3009836" cy="2109631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E6E9559-2BEF-031F-95F9-FF2B18F0D984}"/>
              </a:ext>
            </a:extLst>
          </p:cNvPr>
          <p:cNvSpPr/>
          <p:nvPr/>
        </p:nvSpPr>
        <p:spPr>
          <a:xfrm rot="5224360">
            <a:off x="2884233" y="3619596"/>
            <a:ext cx="1543147" cy="1903249"/>
          </a:xfrm>
          <a:prstGeom prst="ellipse">
            <a:avLst/>
          </a:prstGeom>
          <a:solidFill>
            <a:schemeClr val="bg1">
              <a:lumMod val="75000"/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8B381-F685-8209-8EA5-8C42385B2FD2}"/>
              </a:ext>
            </a:extLst>
          </p:cNvPr>
          <p:cNvSpPr txBox="1"/>
          <p:nvPr/>
        </p:nvSpPr>
        <p:spPr>
          <a:xfrm>
            <a:off x="2272902" y="3359215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B8A29-0262-B730-9440-7E326DB44746}"/>
              </a:ext>
            </a:extLst>
          </p:cNvPr>
          <p:cNvSpPr txBox="1"/>
          <p:nvPr/>
        </p:nvSpPr>
        <p:spPr>
          <a:xfrm>
            <a:off x="2385041" y="5131613"/>
            <a:ext cx="461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8C5BF-570E-2393-8D22-E3835936862E}"/>
              </a:ext>
            </a:extLst>
          </p:cNvPr>
          <p:cNvSpPr txBox="1"/>
          <p:nvPr/>
        </p:nvSpPr>
        <p:spPr>
          <a:xfrm>
            <a:off x="4694178" y="3336902"/>
            <a:ext cx="46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DA478A-A7CF-C31C-F7D3-76800844A42F}"/>
              </a:ext>
            </a:extLst>
          </p:cNvPr>
          <p:cNvSpPr txBox="1"/>
          <p:nvPr/>
        </p:nvSpPr>
        <p:spPr>
          <a:xfrm>
            <a:off x="4695024" y="519003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0087E-9B25-63A4-F24B-6C1C7CBBC987}"/>
              </a:ext>
            </a:extLst>
          </p:cNvPr>
          <p:cNvSpPr txBox="1"/>
          <p:nvPr/>
        </p:nvSpPr>
        <p:spPr>
          <a:xfrm>
            <a:off x="3385330" y="326880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9E9CA8-C5F4-AEAC-FFC4-31B50AD973DE}"/>
              </a:ext>
            </a:extLst>
          </p:cNvPr>
          <p:cNvSpPr txBox="1"/>
          <p:nvPr/>
        </p:nvSpPr>
        <p:spPr>
          <a:xfrm>
            <a:off x="2266592" y="427205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FA328-B209-A89E-4472-320ED5D981F7}"/>
              </a:ext>
            </a:extLst>
          </p:cNvPr>
          <p:cNvSpPr txBox="1"/>
          <p:nvPr/>
        </p:nvSpPr>
        <p:spPr>
          <a:xfrm>
            <a:off x="3634022" y="5451223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2E2C08-42F8-CF42-806D-B149BD6AC255}"/>
              </a:ext>
            </a:extLst>
          </p:cNvPr>
          <p:cNvSpPr txBox="1"/>
          <p:nvPr/>
        </p:nvSpPr>
        <p:spPr>
          <a:xfrm>
            <a:off x="4839339" y="4363637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1129D1-ED7F-09C7-A2DF-E2C6A4AB0208}"/>
              </a:ext>
            </a:extLst>
          </p:cNvPr>
          <p:cNvSpPr txBox="1"/>
          <p:nvPr/>
        </p:nvSpPr>
        <p:spPr>
          <a:xfrm>
            <a:off x="2616356" y="378906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4EDF44-A553-2847-F467-B12CD2BC71F8}"/>
              </a:ext>
            </a:extLst>
          </p:cNvPr>
          <p:cNvSpPr txBox="1"/>
          <p:nvPr/>
        </p:nvSpPr>
        <p:spPr>
          <a:xfrm>
            <a:off x="3007412" y="4034255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197AE6-5896-B3F0-61BE-2777F015E154}"/>
              </a:ext>
            </a:extLst>
          </p:cNvPr>
          <p:cNvSpPr txBox="1"/>
          <p:nvPr/>
        </p:nvSpPr>
        <p:spPr>
          <a:xfrm>
            <a:off x="2643566" y="4379112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15572A-CC3D-2C06-59FF-6844243E58CC}"/>
              </a:ext>
            </a:extLst>
          </p:cNvPr>
          <p:cNvSpPr txBox="1"/>
          <p:nvPr/>
        </p:nvSpPr>
        <p:spPr>
          <a:xfrm>
            <a:off x="2848184" y="470825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3164D6-DD98-3DF9-40A4-FC3032000F74}"/>
              </a:ext>
            </a:extLst>
          </p:cNvPr>
          <p:cNvSpPr txBox="1"/>
          <p:nvPr/>
        </p:nvSpPr>
        <p:spPr>
          <a:xfrm>
            <a:off x="2541924" y="4923857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62727D-86EF-1694-C133-878B51AD865B}"/>
              </a:ext>
            </a:extLst>
          </p:cNvPr>
          <p:cNvSpPr txBox="1"/>
          <p:nvPr/>
        </p:nvSpPr>
        <p:spPr>
          <a:xfrm>
            <a:off x="3358260" y="5119370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6660EE-3F11-0F98-0DD5-86340F169C77}"/>
              </a:ext>
            </a:extLst>
          </p:cNvPr>
          <p:cNvSpPr txBox="1"/>
          <p:nvPr/>
        </p:nvSpPr>
        <p:spPr>
          <a:xfrm>
            <a:off x="3351162" y="3725314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F4DA8B-B1B6-8EF6-D5D9-5FA455F2601B}"/>
              </a:ext>
            </a:extLst>
          </p:cNvPr>
          <p:cNvSpPr txBox="1"/>
          <p:nvPr/>
        </p:nvSpPr>
        <p:spPr>
          <a:xfrm>
            <a:off x="4012019" y="3973734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47CF73-C764-84B3-48A5-ECB0C4D682B6}"/>
              </a:ext>
            </a:extLst>
          </p:cNvPr>
          <p:cNvSpPr txBox="1"/>
          <p:nvPr/>
        </p:nvSpPr>
        <p:spPr>
          <a:xfrm>
            <a:off x="4346109" y="4318591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2D8D88-E711-E85C-EE94-E5D6FB3F4732}"/>
              </a:ext>
            </a:extLst>
          </p:cNvPr>
          <p:cNvSpPr txBox="1"/>
          <p:nvPr/>
        </p:nvSpPr>
        <p:spPr>
          <a:xfrm>
            <a:off x="4014380" y="472183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65499-7876-23E6-C941-DD73BB84B927}"/>
              </a:ext>
            </a:extLst>
          </p:cNvPr>
          <p:cNvSpPr txBox="1"/>
          <p:nvPr/>
        </p:nvSpPr>
        <p:spPr>
          <a:xfrm>
            <a:off x="4166780" y="4874239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A4D15F-653E-525B-F2FA-229E35A9D8E2}"/>
              </a:ext>
            </a:extLst>
          </p:cNvPr>
          <p:cNvSpPr txBox="1"/>
          <p:nvPr/>
        </p:nvSpPr>
        <p:spPr>
          <a:xfrm>
            <a:off x="4229748" y="3794838"/>
            <a:ext cx="461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2291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4CC175D4-7F68-9804-CC46-1D17DD81441C}"/>
              </a:ext>
            </a:extLst>
          </p:cNvPr>
          <p:cNvSpPr/>
          <p:nvPr/>
        </p:nvSpPr>
        <p:spPr>
          <a:xfrm rot="3780000">
            <a:off x="6789406" y="2013969"/>
            <a:ext cx="2190112" cy="1538233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E23F62-CACF-5B8B-8B07-975CD554E5A6}"/>
              </a:ext>
            </a:extLst>
          </p:cNvPr>
          <p:cNvSpPr/>
          <p:nvPr/>
        </p:nvSpPr>
        <p:spPr>
          <a:xfrm rot="-3780000">
            <a:off x="7350296" y="2058112"/>
            <a:ext cx="2129482" cy="1536406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F84189-377D-2BA6-323C-6A908B98B01D}"/>
              </a:ext>
            </a:extLst>
          </p:cNvPr>
          <p:cNvSpPr/>
          <p:nvPr/>
        </p:nvSpPr>
        <p:spPr>
          <a:xfrm rot="1800000">
            <a:off x="6550710" y="2404159"/>
            <a:ext cx="2457289" cy="177267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EF7652-9C2B-84CF-D2C3-F16BD41590D5}"/>
              </a:ext>
            </a:extLst>
          </p:cNvPr>
          <p:cNvSpPr/>
          <p:nvPr/>
        </p:nvSpPr>
        <p:spPr>
          <a:xfrm rot="-1860000">
            <a:off x="7308036" y="2446438"/>
            <a:ext cx="2421358" cy="1724683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01D02E-C96C-C560-39B0-0DD2D7D260F6}"/>
              </a:ext>
            </a:extLst>
          </p:cNvPr>
          <p:cNvSpPr/>
          <p:nvPr/>
        </p:nvSpPr>
        <p:spPr>
          <a:xfrm>
            <a:off x="7589520" y="2153920"/>
            <a:ext cx="1158240" cy="1969844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9C014E-2423-CF0F-4A07-D114E55B1C3B}"/>
              </a:ext>
            </a:extLst>
          </p:cNvPr>
          <p:cNvSpPr/>
          <p:nvPr/>
        </p:nvSpPr>
        <p:spPr>
          <a:xfrm flipH="1">
            <a:off x="10211481" y="187503"/>
            <a:ext cx="1558456" cy="1651236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CF2B59-57E8-009D-39C6-DAE26EB635DB}"/>
              </a:ext>
            </a:extLst>
          </p:cNvPr>
          <p:cNvSpPr/>
          <p:nvPr/>
        </p:nvSpPr>
        <p:spPr>
          <a:xfrm rot="5400000">
            <a:off x="7468535" y="25511"/>
            <a:ext cx="938254" cy="887235"/>
          </a:xfrm>
          <a:prstGeom prst="ellipse">
            <a:avLst/>
          </a:prstGeom>
          <a:solidFill>
            <a:schemeClr val="accent3">
              <a:alpha val="20323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AF64DD-2A25-E241-7FC6-22B045C9493C}"/>
              </a:ext>
            </a:extLst>
          </p:cNvPr>
          <p:cNvSpPr/>
          <p:nvPr/>
        </p:nvSpPr>
        <p:spPr>
          <a:xfrm>
            <a:off x="6972710" y="4949417"/>
            <a:ext cx="1470991" cy="1515020"/>
          </a:xfrm>
          <a:prstGeom prst="ellipse">
            <a:avLst/>
          </a:prstGeom>
          <a:solidFill>
            <a:schemeClr val="bg1">
              <a:lumMod val="50000"/>
              <a:alpha val="20323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9B3A12-5BFE-0E9A-5EBF-5DE17ECB821A}"/>
              </a:ext>
            </a:extLst>
          </p:cNvPr>
          <p:cNvSpPr/>
          <p:nvPr/>
        </p:nvSpPr>
        <p:spPr>
          <a:xfrm>
            <a:off x="7307351" y="2489201"/>
            <a:ext cx="1759544" cy="1310640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1FF873-B929-1788-AD08-1AAC69161673}"/>
              </a:ext>
            </a:extLst>
          </p:cNvPr>
          <p:cNvSpPr txBox="1"/>
          <p:nvPr/>
        </p:nvSpPr>
        <p:spPr>
          <a:xfrm>
            <a:off x="4668665" y="829559"/>
            <a:ext cx="50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6144495-7858-0EE3-89EF-846D92597B09}"/>
              </a:ext>
            </a:extLst>
          </p:cNvPr>
          <p:cNvSpPr/>
          <p:nvPr/>
        </p:nvSpPr>
        <p:spPr>
          <a:xfrm rot="3780000">
            <a:off x="2572405" y="3328685"/>
            <a:ext cx="2153225" cy="1844904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CAB96B4-5E05-A5DD-4DC6-572D25E99571}"/>
              </a:ext>
            </a:extLst>
          </p:cNvPr>
          <p:cNvSpPr/>
          <p:nvPr/>
        </p:nvSpPr>
        <p:spPr>
          <a:xfrm rot="-3780000">
            <a:off x="3591473" y="3298874"/>
            <a:ext cx="2129482" cy="1797308"/>
          </a:xfrm>
          <a:prstGeom prst="ellipse">
            <a:avLst/>
          </a:prstGeom>
          <a:solidFill>
            <a:schemeClr val="accent3">
              <a:alpha val="203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0BB47B-E71C-E941-9367-FBACD00C9659}"/>
              </a:ext>
            </a:extLst>
          </p:cNvPr>
          <p:cNvSpPr/>
          <p:nvPr/>
        </p:nvSpPr>
        <p:spPr>
          <a:xfrm rot="1800000">
            <a:off x="1080311" y="4093995"/>
            <a:ext cx="2457289" cy="1772675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1DC26EA-3E74-7664-FA7A-EC43A04B0D9C}"/>
              </a:ext>
            </a:extLst>
          </p:cNvPr>
          <p:cNvSpPr/>
          <p:nvPr/>
        </p:nvSpPr>
        <p:spPr>
          <a:xfrm rot="-1860000">
            <a:off x="3520817" y="4089396"/>
            <a:ext cx="2421358" cy="1724683"/>
          </a:xfrm>
          <a:prstGeom prst="ellipse">
            <a:avLst/>
          </a:prstGeom>
          <a:solidFill>
            <a:srgbClr val="FFC000">
              <a:alpha val="2032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714EE00-9000-72EB-F65F-6DB1A54039D6}"/>
              </a:ext>
            </a:extLst>
          </p:cNvPr>
          <p:cNvSpPr/>
          <p:nvPr/>
        </p:nvSpPr>
        <p:spPr>
          <a:xfrm>
            <a:off x="422063" y="-366925"/>
            <a:ext cx="1206947" cy="2085815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3721D9-0EE3-EDEE-DFC2-C1F9C8122461}"/>
              </a:ext>
            </a:extLst>
          </p:cNvPr>
          <p:cNvSpPr/>
          <p:nvPr/>
        </p:nvSpPr>
        <p:spPr>
          <a:xfrm>
            <a:off x="-873182" y="-1018198"/>
            <a:ext cx="1746363" cy="2974652"/>
          </a:xfrm>
          <a:prstGeom prst="ellipse">
            <a:avLst/>
          </a:prstGeom>
          <a:solidFill>
            <a:schemeClr val="bg1">
              <a:lumMod val="50000"/>
              <a:alpha val="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1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8A9A6F3-7CFB-0382-48ED-F7A401415C0D}"/>
              </a:ext>
            </a:extLst>
          </p:cNvPr>
          <p:cNvSpPr/>
          <p:nvPr/>
        </p:nvSpPr>
        <p:spPr>
          <a:xfrm rot="1560000">
            <a:off x="2652524" y="4379867"/>
            <a:ext cx="3600000" cy="1440000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16B6E-AF20-8F5B-40D1-0BF94490B9C7}"/>
              </a:ext>
            </a:extLst>
          </p:cNvPr>
          <p:cNvSpPr txBox="1"/>
          <p:nvPr/>
        </p:nvSpPr>
        <p:spPr>
          <a:xfrm>
            <a:off x="3269781" y="2562308"/>
            <a:ext cx="138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TOKEN</a:t>
            </a:r>
          </a:p>
          <a:p>
            <a:endParaRPr lang="en-US" sz="2400" dirty="0">
              <a:solidFill>
                <a:srgbClr val="FF93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601D9-8532-7D07-39EA-570A3B9BAB32}"/>
              </a:ext>
            </a:extLst>
          </p:cNvPr>
          <p:cNvSpPr txBox="1"/>
          <p:nvPr/>
        </p:nvSpPr>
        <p:spPr>
          <a:xfrm>
            <a:off x="2185692" y="3643752"/>
            <a:ext cx="814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PAR</a:t>
            </a:r>
          </a:p>
          <a:p>
            <a:endParaRPr lang="en-US" dirty="0">
              <a:solidFill>
                <a:srgbClr val="0070C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15C991-7B50-0110-79B6-168AA8E036D7}"/>
              </a:ext>
            </a:extLst>
          </p:cNvPr>
          <p:cNvSpPr/>
          <p:nvPr/>
        </p:nvSpPr>
        <p:spPr>
          <a:xfrm rot="2400000">
            <a:off x="3364902" y="3909436"/>
            <a:ext cx="3600000" cy="1440000"/>
          </a:xfrm>
          <a:prstGeom prst="ellipse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8641EF-644F-4981-4FF9-2DBD6B0BB420}"/>
              </a:ext>
            </a:extLst>
          </p:cNvPr>
          <p:cNvSpPr/>
          <p:nvPr/>
        </p:nvSpPr>
        <p:spPr>
          <a:xfrm rot="-1560000">
            <a:off x="4787679" y="4390028"/>
            <a:ext cx="3600000" cy="1440000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C8676-9B49-4D66-ACCF-5D5AC4A84057}"/>
              </a:ext>
            </a:extLst>
          </p:cNvPr>
          <p:cNvSpPr txBox="1"/>
          <p:nvPr/>
        </p:nvSpPr>
        <p:spPr>
          <a:xfrm>
            <a:off x="6833061" y="2604548"/>
            <a:ext cx="1130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E8F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YIELD</a:t>
            </a:r>
          </a:p>
          <a:p>
            <a:endParaRPr lang="en-US" sz="2400" dirty="0">
              <a:solidFill>
                <a:srgbClr val="4E8F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B86299-37C5-84CC-905A-73A2041B43F0}"/>
              </a:ext>
            </a:extLst>
          </p:cNvPr>
          <p:cNvSpPr/>
          <p:nvPr/>
        </p:nvSpPr>
        <p:spPr>
          <a:xfrm rot="-2400000">
            <a:off x="4093009" y="3909436"/>
            <a:ext cx="3600000" cy="1440000"/>
          </a:xfrm>
          <a:prstGeom prst="ellipse">
            <a:avLst/>
          </a:prstGeom>
          <a:solidFill>
            <a:schemeClr val="accent6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8A522-CA1D-3D42-4D08-348A011D41BF}"/>
              </a:ext>
            </a:extLst>
          </p:cNvPr>
          <p:cNvSpPr txBox="1"/>
          <p:nvPr/>
        </p:nvSpPr>
        <p:spPr>
          <a:xfrm>
            <a:off x="8094202" y="3643752"/>
            <a:ext cx="1564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SECURED</a:t>
            </a:r>
          </a:p>
          <a:p>
            <a:endParaRPr lang="en-US" sz="2400" dirty="0">
              <a:solidFill>
                <a:srgbClr val="C00000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A70E5-DAE1-D9FD-1073-643DF74D7763}"/>
              </a:ext>
            </a:extLst>
          </p:cNvPr>
          <p:cNvSpPr txBox="1"/>
          <p:nvPr/>
        </p:nvSpPr>
        <p:spPr>
          <a:xfrm>
            <a:off x="3191984" y="4382416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A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078D5-9F82-1A7C-6E56-70BBB9C52C64}"/>
              </a:ext>
            </a:extLst>
          </p:cNvPr>
          <p:cNvSpPr txBox="1"/>
          <p:nvPr/>
        </p:nvSpPr>
        <p:spPr>
          <a:xfrm>
            <a:off x="4041270" y="3598690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B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CA58F-FEF8-F5C2-5DA3-D96AC475FB78}"/>
              </a:ext>
            </a:extLst>
          </p:cNvPr>
          <p:cNvSpPr txBox="1"/>
          <p:nvPr/>
        </p:nvSpPr>
        <p:spPr>
          <a:xfrm>
            <a:off x="4242965" y="4424300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E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97A770-EF4A-60B3-174C-647A83027149}"/>
              </a:ext>
            </a:extLst>
          </p:cNvPr>
          <p:cNvSpPr txBox="1"/>
          <p:nvPr/>
        </p:nvSpPr>
        <p:spPr>
          <a:xfrm>
            <a:off x="-176568" y="0"/>
            <a:ext cx="2108912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A: payment balance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B: UTXO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C: security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D: commodity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E: cash /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rCBDC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F: deposit / ESA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G: secured loan H: tokenized security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I: tokenized commodity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H: tokenized cashflow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J: repo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K: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wCBDC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L: unregulated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stablecoin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M: regulated </a:t>
            </a:r>
            <a:r>
              <a:rPr lang="en-US" sz="1100" dirty="0" err="1">
                <a:latin typeface="ADLaM Display" panose="020F0502020204030204" pitchFamily="34" charset="0"/>
                <a:cs typeface="ADLaM Display" panose="020F0502020204030204" pitchFamily="34" charset="0"/>
              </a:rPr>
              <a:t>stablecoin</a:t>
            </a:r>
            <a:endParaRPr lang="en-US" sz="11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N: money market fund</a:t>
            </a:r>
          </a:p>
          <a:p>
            <a:r>
              <a:rPr lang="en-US" sz="1100" dirty="0">
                <a:latin typeface="ADLaM Display" panose="020F0502020204030204" pitchFamily="34" charset="0"/>
                <a:cs typeface="ADLaM Display" panose="020F0502020204030204" pitchFamily="34" charset="0"/>
              </a:rPr>
              <a:t>O: tokenized money market fund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46DD4B-AB81-8B0A-833A-2D0F6DD7B967}"/>
              </a:ext>
            </a:extLst>
          </p:cNvPr>
          <p:cNvSpPr txBox="1"/>
          <p:nvPr/>
        </p:nvSpPr>
        <p:spPr>
          <a:xfrm>
            <a:off x="5365358" y="5766196"/>
            <a:ext cx="392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G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A58EAD-31F0-17A8-40B8-E75133907078}"/>
              </a:ext>
            </a:extLst>
          </p:cNvPr>
          <p:cNvSpPr txBox="1"/>
          <p:nvPr/>
        </p:nvSpPr>
        <p:spPr>
          <a:xfrm>
            <a:off x="6547249" y="3542176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C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2C097-B6F2-E96F-530D-A0CCF7818598}"/>
              </a:ext>
            </a:extLst>
          </p:cNvPr>
          <p:cNvSpPr txBox="1"/>
          <p:nvPr/>
        </p:nvSpPr>
        <p:spPr>
          <a:xfrm>
            <a:off x="7570122" y="4316852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D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DA99F6-D309-DD2C-A3DD-3DF482D66FF0}"/>
              </a:ext>
            </a:extLst>
          </p:cNvPr>
          <p:cNvSpPr txBox="1"/>
          <p:nvPr/>
        </p:nvSpPr>
        <p:spPr>
          <a:xfrm>
            <a:off x="4618564" y="5349161"/>
            <a:ext cx="814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F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DEC38F-854B-AAE8-932F-2E2562BE2F7F}"/>
              </a:ext>
            </a:extLst>
          </p:cNvPr>
          <p:cNvSpPr txBox="1"/>
          <p:nvPr/>
        </p:nvSpPr>
        <p:spPr>
          <a:xfrm>
            <a:off x="5795884" y="4828913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H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CC8B1-FB34-77CA-D39E-12352AD33B5F}"/>
              </a:ext>
            </a:extLst>
          </p:cNvPr>
          <p:cNvSpPr txBox="1"/>
          <p:nvPr/>
        </p:nvSpPr>
        <p:spPr>
          <a:xfrm>
            <a:off x="6152946" y="534916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I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D2E1EB-6771-13BF-0936-B6F31C2BF2DA}"/>
              </a:ext>
            </a:extLst>
          </p:cNvPr>
          <p:cNvSpPr txBox="1"/>
          <p:nvPr/>
        </p:nvSpPr>
        <p:spPr>
          <a:xfrm>
            <a:off x="6367567" y="442407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J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3B10DE-2289-E6CF-D290-2200A36DC2F1}"/>
              </a:ext>
            </a:extLst>
          </p:cNvPr>
          <p:cNvSpPr txBox="1"/>
          <p:nvPr/>
        </p:nvSpPr>
        <p:spPr>
          <a:xfrm>
            <a:off x="4873815" y="4827501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L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B6804C-3790-285D-4591-08E285A87F80}"/>
              </a:ext>
            </a:extLst>
          </p:cNvPr>
          <p:cNvSpPr txBox="1"/>
          <p:nvPr/>
        </p:nvSpPr>
        <p:spPr>
          <a:xfrm>
            <a:off x="5715318" y="5505320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M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4A2280-1B53-75AD-D99E-C8E357B62FE6}"/>
              </a:ext>
            </a:extLst>
          </p:cNvPr>
          <p:cNvSpPr txBox="1"/>
          <p:nvPr/>
        </p:nvSpPr>
        <p:spPr>
          <a:xfrm>
            <a:off x="5393211" y="4294394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K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30EE41-BA81-CC1A-93E9-B780B3693C0D}"/>
              </a:ext>
            </a:extLst>
          </p:cNvPr>
          <p:cNvSpPr txBox="1"/>
          <p:nvPr/>
        </p:nvSpPr>
        <p:spPr>
          <a:xfrm>
            <a:off x="4935271" y="5514692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N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CD31D-1EFF-7A22-E18C-AEB8DC601B8C}"/>
              </a:ext>
            </a:extLst>
          </p:cNvPr>
          <p:cNvSpPr txBox="1"/>
          <p:nvPr/>
        </p:nvSpPr>
        <p:spPr>
          <a:xfrm>
            <a:off x="5353420" y="5157159"/>
            <a:ext cx="528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F0502020204030204" pitchFamily="34" charset="0"/>
                <a:cs typeface="ADLaM Display" panose="020F0502020204030204" pitchFamily="34" charset="0"/>
              </a:rPr>
              <a:t>O</a:t>
            </a:r>
          </a:p>
          <a:p>
            <a:endParaRPr lang="en-US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5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Macintosh PowerPoint</Application>
  <PresentationFormat>Widescreen</PresentationFormat>
  <Paragraphs>59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1</cp:revision>
  <dcterms:created xsi:type="dcterms:W3CDTF">2025-12-05T07:24:29Z</dcterms:created>
  <dcterms:modified xsi:type="dcterms:W3CDTF">2025-12-05T07:25:20Z</dcterms:modified>
</cp:coreProperties>
</file>