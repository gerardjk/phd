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B0F0"/>
    <a:srgbClr val="000000"/>
    <a:srgbClr val="FFC000"/>
    <a:srgbClr val="D9F2D0"/>
    <a:srgbClr val="CA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75" d="100"/>
          <a:sy n="175" d="100"/>
        </p:scale>
        <p:origin x="1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79DE-DBAC-2154-C124-6F1699A97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2AC7A-EA3B-30A7-26EF-A3EC91782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FC374-00E2-6F30-8500-18875E7E3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36268-E03A-4EA2-3D11-917F1982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0AE0-18A7-6146-9B8D-2C16C214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9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EF17-4C3C-A67C-A5F4-01CA7E01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822C-C868-B478-1631-B1BDE2E9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F4CF2-625E-15D6-E12B-B8DA7F15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FD5DA-4120-37A6-CEB6-7DB44F3B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8FCCA-F71C-4E91-864A-808A80B7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3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3C97-5839-E5F5-892A-E40E33A98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304D0-5F23-933E-C103-B96ED334A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B841-B19E-DFB3-5E1B-410AAFF1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870D-6769-AD1D-3F1F-F64A9306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CC89-DFC8-3C55-068E-0C014AB5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1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E0C8-087B-AC14-6A05-175E3A8E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9D51C-A4EA-F16C-A0F3-E3742696E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06314-3C36-D58B-28C5-60495E014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6F70A-4848-A307-A80A-5CEC5D55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3999C-701C-EC72-44D1-774C901E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4CA3F-0455-2E37-870F-09865325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5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330F-9565-CA0A-1585-5C0FA422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FDC1F-F3E0-9114-2B04-DB298D713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DA8FC-59BA-358C-6FCE-690DC710F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0D486-7332-F9F9-20EA-7C0394154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B71B5-09F6-38A4-8579-81EFF6518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34DBC-8CE6-530E-75B3-33BCBBFF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E7D9B-F8BE-86CB-AD9C-8A8AE0DF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30C70-7BBC-EA46-E999-E6C831E1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B663-AFF8-AC42-0A0E-1B55F5EA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BF1DE-5CDA-D448-D933-588EBE0B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F8406-01D4-F390-275E-9062D829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C6A5F-44E5-3FAF-DE1D-EDD3CB04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7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8CB2A-16A7-9765-6936-44897FC2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B4BBD-4E9A-A425-D212-B237D2C2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E02EC-21F8-133F-79A6-2BEBC5FB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8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5A12-19A7-DC0F-ED5A-800A69A1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E86A6-308D-4720-855B-7B27AA37E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C119A-7BD8-6522-9DB9-A5609FCF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99316-64A4-4622-FFCE-647E9FC3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CA8EA-CC3D-8A18-5251-BB84D421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A47F4-F091-C2FC-0D38-2A59BFF7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DCA2-F26B-A8A0-6D73-6276A2DBC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25B64-DA2F-899B-DD39-9A26668ED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B223E-1868-878D-7CD2-837C096C6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20670-2EF9-98ED-C811-64560F72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31957-447B-7BB7-896F-C72090B5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8822A-EA7E-34EC-E64D-AE33B0CA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0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194C-6ECA-3A7C-7843-74280975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6A37E-0D1E-FB42-8F71-9C22CB224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7040-A9CB-6EFD-2E5E-406AA588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FB61-AC07-8E75-E1CA-67A06BB0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0798-BD16-F55B-3EE1-0EA70309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BAFE8-8A9A-0708-BE44-1A57EC655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00A6F-4E4F-E728-DD3E-6E844F3B9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7DCE0-0E25-2983-293B-7D9DC573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4C734-D52D-248A-437A-30D4A71B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67349-58D8-C807-40CE-F5D342F1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C5B8A-2BC9-D745-5EDB-B784E2EE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F67D-1DD1-FE88-3A58-D7E1DD559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1D30-8C92-84A3-CF8F-9946A79E6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0EDC1-A82C-F144-BE7C-E92AC3C11304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DBB63-26AB-5E8E-BA19-407A62FD1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A6BD3-9452-0E96-5B83-2E976B81E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4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C936ED-AFF0-7314-02AC-EE5EC0800C03}"/>
              </a:ext>
            </a:extLst>
          </p:cNvPr>
          <p:cNvSpPr/>
          <p:nvPr/>
        </p:nvSpPr>
        <p:spPr>
          <a:xfrm rot="2791228">
            <a:off x="9687156" y="4570422"/>
            <a:ext cx="2292423" cy="10379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B26EA7-F74C-8B1E-F983-52C6D84FDA33}"/>
              </a:ext>
            </a:extLst>
          </p:cNvPr>
          <p:cNvSpPr/>
          <p:nvPr/>
        </p:nvSpPr>
        <p:spPr>
          <a:xfrm rot="18978761">
            <a:off x="8187296" y="2585889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1D2DCF-1829-37AF-10DD-ABF779429FD9}"/>
              </a:ext>
            </a:extLst>
          </p:cNvPr>
          <p:cNvSpPr/>
          <p:nvPr/>
        </p:nvSpPr>
        <p:spPr>
          <a:xfrm>
            <a:off x="8289173" y="4819250"/>
            <a:ext cx="2276759" cy="10295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34FA60-EC97-B882-2C6C-9AFCF6930863}"/>
              </a:ext>
            </a:extLst>
          </p:cNvPr>
          <p:cNvSpPr/>
          <p:nvPr/>
        </p:nvSpPr>
        <p:spPr>
          <a:xfrm rot="5400000">
            <a:off x="8248757" y="4865293"/>
            <a:ext cx="2272100" cy="10379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E033BB-F433-FACA-A9B3-FB2CDC5C20B7}"/>
              </a:ext>
            </a:extLst>
          </p:cNvPr>
          <p:cNvSpPr/>
          <p:nvPr/>
        </p:nvSpPr>
        <p:spPr>
          <a:xfrm rot="16200000">
            <a:off x="9691522" y="10226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7DA2D8D-9E38-3F73-C9A4-5B187EA1F07C}"/>
              </a:ext>
            </a:extLst>
          </p:cNvPr>
          <p:cNvSpPr/>
          <p:nvPr/>
        </p:nvSpPr>
        <p:spPr>
          <a:xfrm rot="13575291">
            <a:off x="8211735" y="2585888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1256FFD-5BE7-AEB0-C504-0C76D88EFA59}"/>
              </a:ext>
            </a:extLst>
          </p:cNvPr>
          <p:cNvSpPr/>
          <p:nvPr/>
        </p:nvSpPr>
        <p:spPr>
          <a:xfrm>
            <a:off x="8250807" y="2650292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70518CD-DD7D-08E6-8D55-0214A1E7C237}"/>
              </a:ext>
            </a:extLst>
          </p:cNvPr>
          <p:cNvSpPr/>
          <p:nvPr/>
        </p:nvSpPr>
        <p:spPr>
          <a:xfrm rot="16196530">
            <a:off x="8275246" y="2650291"/>
            <a:ext cx="2270208" cy="726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CB6BB7-DA14-6F59-0138-BFE17820BFFB}"/>
              </a:ext>
            </a:extLst>
          </p:cNvPr>
          <p:cNvSpPr/>
          <p:nvPr/>
        </p:nvSpPr>
        <p:spPr>
          <a:xfrm rot="16200000">
            <a:off x="9691522" y="465808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492A7CB-7386-F46E-D83A-850E5D2E8883}"/>
              </a:ext>
            </a:extLst>
          </p:cNvPr>
          <p:cNvSpPr/>
          <p:nvPr/>
        </p:nvSpPr>
        <p:spPr>
          <a:xfrm>
            <a:off x="9532481" y="39967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6B4C0E1-BFE4-3462-53ED-420862671937}"/>
              </a:ext>
            </a:extLst>
          </p:cNvPr>
          <p:cNvSpPr/>
          <p:nvPr/>
        </p:nvSpPr>
        <p:spPr>
          <a:xfrm>
            <a:off x="9898135" y="39967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CDF5B7-18CB-568D-0D3B-056F269D75A6}"/>
              </a:ext>
            </a:extLst>
          </p:cNvPr>
          <p:cNvSpPr/>
          <p:nvPr/>
        </p:nvSpPr>
        <p:spPr>
          <a:xfrm rot="18037583">
            <a:off x="9276086" y="1295291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368DEF-2CAF-2415-D8B9-DDBE008A5A2A}"/>
              </a:ext>
            </a:extLst>
          </p:cNvPr>
          <p:cNvSpPr/>
          <p:nvPr/>
        </p:nvSpPr>
        <p:spPr>
          <a:xfrm rot="13968713">
            <a:off x="9276087" y="4100895"/>
            <a:ext cx="767256" cy="29549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581E0CA-2891-5B42-E0E9-468E310C8978}"/>
              </a:ext>
            </a:extLst>
          </p:cNvPr>
          <p:cNvSpPr/>
          <p:nvPr/>
        </p:nvSpPr>
        <p:spPr>
          <a:xfrm>
            <a:off x="7070003" y="1412818"/>
            <a:ext cx="1311253" cy="21837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D41890C-5AAF-5402-AAEA-D77C155D83B5}"/>
              </a:ext>
            </a:extLst>
          </p:cNvPr>
          <p:cNvSpPr/>
          <p:nvPr/>
        </p:nvSpPr>
        <p:spPr>
          <a:xfrm rot="3605433">
            <a:off x="4673483" y="1860494"/>
            <a:ext cx="1156036" cy="214318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5BCB47-7A9A-C476-A90E-0C3CB94E0A10}"/>
              </a:ext>
            </a:extLst>
          </p:cNvPr>
          <p:cNvSpPr/>
          <p:nvPr/>
        </p:nvSpPr>
        <p:spPr>
          <a:xfrm rot="1039651">
            <a:off x="1342970" y="1410699"/>
            <a:ext cx="1156036" cy="222118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7F8FBE-38AE-6BFC-7B8C-3D546D9DC158}"/>
              </a:ext>
            </a:extLst>
          </p:cNvPr>
          <p:cNvSpPr/>
          <p:nvPr/>
        </p:nvSpPr>
        <p:spPr>
          <a:xfrm>
            <a:off x="7062204" y="523908"/>
            <a:ext cx="1311253" cy="21837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5A7E8D-95FB-05E9-B356-1E14A18283EE}"/>
              </a:ext>
            </a:extLst>
          </p:cNvPr>
          <p:cNvSpPr/>
          <p:nvPr/>
        </p:nvSpPr>
        <p:spPr>
          <a:xfrm rot="5400000">
            <a:off x="4158173" y="2008578"/>
            <a:ext cx="1156036" cy="2143186"/>
          </a:xfrm>
          <a:prstGeom prst="ellipse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EB6C20-D94A-28A4-4198-29FF78450ADD}"/>
              </a:ext>
            </a:extLst>
          </p:cNvPr>
          <p:cNvSpPr/>
          <p:nvPr/>
        </p:nvSpPr>
        <p:spPr>
          <a:xfrm rot="16200000">
            <a:off x="8543193" y="3374929"/>
            <a:ext cx="1156036" cy="2221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B4F50D-D5D7-C039-4239-A1A2B0B84A9F}"/>
              </a:ext>
            </a:extLst>
          </p:cNvPr>
          <p:cNvSpPr/>
          <p:nvPr/>
        </p:nvSpPr>
        <p:spPr>
          <a:xfrm rot="17917353">
            <a:off x="3735776" y="1860495"/>
            <a:ext cx="1156036" cy="214318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C4044F1-074B-18FE-B5A8-87A55E2D6805}"/>
              </a:ext>
            </a:extLst>
          </p:cNvPr>
          <p:cNvSpPr/>
          <p:nvPr/>
        </p:nvSpPr>
        <p:spPr>
          <a:xfrm rot="10800000">
            <a:off x="7633296" y="611934"/>
            <a:ext cx="1156036" cy="2221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5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F10230D-2330-0335-49E8-078B6804EE16}"/>
              </a:ext>
            </a:extLst>
          </p:cNvPr>
          <p:cNvSpPr/>
          <p:nvPr/>
        </p:nvSpPr>
        <p:spPr>
          <a:xfrm rot="1523501">
            <a:off x="362315" y="2735046"/>
            <a:ext cx="2148179" cy="1365558"/>
          </a:xfrm>
          <a:prstGeom prst="ellipse">
            <a:avLst/>
          </a:prstGeom>
          <a:solidFill>
            <a:srgbClr val="00B0F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3F958C-2F5C-906F-5F3E-BFBA102E63C9}"/>
              </a:ext>
            </a:extLst>
          </p:cNvPr>
          <p:cNvSpPr/>
          <p:nvPr/>
        </p:nvSpPr>
        <p:spPr>
          <a:xfrm rot="7679181">
            <a:off x="955656" y="1937466"/>
            <a:ext cx="1159091" cy="2017868"/>
          </a:xfrm>
          <a:prstGeom prst="ellipse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1503D4-27EE-046E-FA5F-C942B60784E0}"/>
              </a:ext>
            </a:extLst>
          </p:cNvPr>
          <p:cNvSpPr/>
          <p:nvPr/>
        </p:nvSpPr>
        <p:spPr>
          <a:xfrm rot="19084968">
            <a:off x="264494" y="507529"/>
            <a:ext cx="1967514" cy="1188928"/>
          </a:xfrm>
          <a:prstGeom prst="ellipse">
            <a:avLst/>
          </a:prstGeom>
          <a:solidFill>
            <a:srgbClr val="00B05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8B2218-7E4B-41B6-CC85-191B9D6EA719}"/>
              </a:ext>
            </a:extLst>
          </p:cNvPr>
          <p:cNvSpPr/>
          <p:nvPr/>
        </p:nvSpPr>
        <p:spPr>
          <a:xfrm rot="20226049">
            <a:off x="1723656" y="2697798"/>
            <a:ext cx="2381265" cy="1323578"/>
          </a:xfrm>
          <a:prstGeom prst="ellipse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7DCD26-801B-B863-FE42-A399685BFF9C}"/>
              </a:ext>
            </a:extLst>
          </p:cNvPr>
          <p:cNvSpPr/>
          <p:nvPr/>
        </p:nvSpPr>
        <p:spPr>
          <a:xfrm rot="10800000">
            <a:off x="10471442" y="3153651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7B4CC-3DBE-527A-1DF4-B379956E433E}"/>
              </a:ext>
            </a:extLst>
          </p:cNvPr>
          <p:cNvSpPr/>
          <p:nvPr/>
        </p:nvSpPr>
        <p:spPr>
          <a:xfrm>
            <a:off x="10471442" y="2613651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68A4F2-0C80-A6AC-2EA8-80D3DABC7804}"/>
              </a:ext>
            </a:extLst>
          </p:cNvPr>
          <p:cNvSpPr/>
          <p:nvPr/>
        </p:nvSpPr>
        <p:spPr>
          <a:xfrm rot="5400000">
            <a:off x="10471442" y="2613651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B19E25-8C21-0E5E-D790-FFE41961287E}"/>
              </a:ext>
            </a:extLst>
          </p:cNvPr>
          <p:cNvSpPr>
            <a:spLocks/>
          </p:cNvSpPr>
          <p:nvPr/>
        </p:nvSpPr>
        <p:spPr>
          <a:xfrm rot="10800000">
            <a:off x="10456105" y="2085841"/>
            <a:ext cx="846386" cy="2159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C4398A-2186-D1E3-8B76-A8A46EEFA909}"/>
              </a:ext>
            </a:extLst>
          </p:cNvPr>
          <p:cNvSpPr/>
          <p:nvPr/>
        </p:nvSpPr>
        <p:spPr>
          <a:xfrm>
            <a:off x="10471442" y="3423221"/>
            <a:ext cx="2160000" cy="8104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CCE836-0B41-BD56-49EA-3195D9F70779}"/>
              </a:ext>
            </a:extLst>
          </p:cNvPr>
          <p:cNvSpPr/>
          <p:nvPr/>
        </p:nvSpPr>
        <p:spPr>
          <a:xfrm>
            <a:off x="6565726" y="5058462"/>
            <a:ext cx="1222440" cy="713015"/>
          </a:xfrm>
          <a:prstGeom prst="rect">
            <a:avLst/>
          </a:prstGeom>
          <a:solidFill>
            <a:srgbClr val="00B0F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97CA45-FB57-9382-DFEC-9A121C85C6EE}"/>
              </a:ext>
            </a:extLst>
          </p:cNvPr>
          <p:cNvSpPr/>
          <p:nvPr/>
        </p:nvSpPr>
        <p:spPr>
          <a:xfrm rot="5400000">
            <a:off x="3223174" y="5238000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2DF9E8-44FB-E2B7-E51D-E45B44C199D8}"/>
              </a:ext>
            </a:extLst>
          </p:cNvPr>
          <p:cNvSpPr/>
          <p:nvPr/>
        </p:nvSpPr>
        <p:spPr>
          <a:xfrm rot="10800000">
            <a:off x="4164202" y="3307782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EFDB76-84A4-B0C2-45A6-AA141024F650}"/>
              </a:ext>
            </a:extLst>
          </p:cNvPr>
          <p:cNvSpPr/>
          <p:nvPr/>
        </p:nvSpPr>
        <p:spPr>
          <a:xfrm rot="10800000">
            <a:off x="9097646" y="4233650"/>
            <a:ext cx="2160000" cy="10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95EE6D7-8C5D-CF9D-7129-8CC55F2A105A}"/>
              </a:ext>
            </a:extLst>
          </p:cNvPr>
          <p:cNvCxnSpPr>
            <a:cxnSpLocks/>
            <a:stCxn id="27" idx="0"/>
            <a:endCxn id="28" idx="3"/>
          </p:cNvCxnSpPr>
          <p:nvPr/>
        </p:nvCxnSpPr>
        <p:spPr>
          <a:xfrm>
            <a:off x="5244202" y="4387782"/>
            <a:ext cx="3853444" cy="3858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2B3D0F-E8AD-40A3-E719-2310FE05C66A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5244202" y="3876480"/>
            <a:ext cx="520484" cy="5113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Picture 67" descr="A blue line on a black background&#10;&#10;Description automatically generated">
            <a:extLst>
              <a:ext uri="{FF2B5EF4-FFF2-40B4-BE49-F238E27FC236}">
                <a16:creationId xmlns:a16="http://schemas.microsoft.com/office/drawing/2014/main" id="{1D7E4F54-E399-6EE9-1FD6-4AB3BDB4F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806292">
            <a:off x="6781580" y="3678661"/>
            <a:ext cx="2540954" cy="2526266"/>
          </a:xfrm>
          <a:prstGeom prst="rect">
            <a:avLst/>
          </a:prstGeom>
        </p:spPr>
      </p:pic>
      <p:pic>
        <p:nvPicPr>
          <p:cNvPr id="96" name="Picture 95" descr="A blue lines on a black background&#10;&#10;Description automatically generated">
            <a:extLst>
              <a:ext uri="{FF2B5EF4-FFF2-40B4-BE49-F238E27FC236}">
                <a16:creationId xmlns:a16="http://schemas.microsoft.com/office/drawing/2014/main" id="{01EB7BD2-3A82-DA57-47A5-F6D1D392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73686">
            <a:off x="5818630" y="729362"/>
            <a:ext cx="2456028" cy="2456028"/>
          </a:xfrm>
          <a:prstGeom prst="rect">
            <a:avLst/>
          </a:prstGeom>
        </p:spPr>
      </p:pic>
      <p:sp>
        <p:nvSpPr>
          <p:cNvPr id="101" name="Oval 100">
            <a:extLst>
              <a:ext uri="{FF2B5EF4-FFF2-40B4-BE49-F238E27FC236}">
                <a16:creationId xmlns:a16="http://schemas.microsoft.com/office/drawing/2014/main" id="{2930D422-7A50-B9F3-BA85-3FD382C04307}"/>
              </a:ext>
            </a:extLst>
          </p:cNvPr>
          <p:cNvSpPr/>
          <p:nvPr/>
        </p:nvSpPr>
        <p:spPr>
          <a:xfrm rot="17948943">
            <a:off x="4769395" y="1051656"/>
            <a:ext cx="1470097" cy="159664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2BA781F-7133-E82C-419D-487907E91007}"/>
              </a:ext>
            </a:extLst>
          </p:cNvPr>
          <p:cNvSpPr/>
          <p:nvPr/>
        </p:nvSpPr>
        <p:spPr>
          <a:xfrm rot="10800000" flipV="1">
            <a:off x="1905120" y="3876480"/>
            <a:ext cx="330080" cy="263791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A4DAA6E-34D1-4D5C-300A-61461A15E6B5}"/>
              </a:ext>
            </a:extLst>
          </p:cNvPr>
          <p:cNvSpPr/>
          <p:nvPr/>
        </p:nvSpPr>
        <p:spPr>
          <a:xfrm rot="14968034" flipV="1">
            <a:off x="3689117" y="763969"/>
            <a:ext cx="1407176" cy="1430647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9017FE4-D8E6-BC6B-74B3-D3E96075D949}"/>
              </a:ext>
            </a:extLst>
          </p:cNvPr>
          <p:cNvSpPr/>
          <p:nvPr/>
        </p:nvSpPr>
        <p:spPr>
          <a:xfrm rot="10800000" flipV="1">
            <a:off x="2138294" y="5771477"/>
            <a:ext cx="791030" cy="919825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9033C14-C275-18A2-0A04-26E4C067F38D}"/>
              </a:ext>
            </a:extLst>
          </p:cNvPr>
          <p:cNvSpPr/>
          <p:nvPr/>
        </p:nvSpPr>
        <p:spPr>
          <a:xfrm rot="10800000">
            <a:off x="1973254" y="3150784"/>
            <a:ext cx="330080" cy="553993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9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Gerard Kelly</dc:creator>
  <cp:lastModifiedBy>Gerard Kelly</cp:lastModifiedBy>
  <cp:revision>5</cp:revision>
  <dcterms:created xsi:type="dcterms:W3CDTF">2025-12-04T12:38:45Z</dcterms:created>
  <dcterms:modified xsi:type="dcterms:W3CDTF">2025-12-04T17:23:17Z</dcterms:modified>
</cp:coreProperties>
</file>